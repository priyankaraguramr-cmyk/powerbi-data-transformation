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839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Challenge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PowerBI Assignment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Data Analysis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Import  |  Transformation  |  Merging  |  Aggregation  |  Modeling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Data Analysis using Power BI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304288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Data Analyst, this project involves working with an E-commerce sales dataset to perform data preparation and modeling using Power BI and Power Query Editor. The dataset contains multiple related files representing order-level, product-level, and sales target information. The focus is on data import, transformation, cleansing, aggregation, and relationship modelling while ensuring consistency, accuracy, and business relevance.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3410712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776472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CSV datasets were used in this project: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 of Orders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Order ID, Order Date, Customer Name, City, State, Amount, Profit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 Details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Order ID, Category, Sub-Category, Quantity, Amount, Profit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Target</a:t>
            </a: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Category, Month of Order Date, Target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Description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4145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 / 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identifier for each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when the order was 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 of the customer (formatted to Proper Case)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where the order was 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where the order was placed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 / 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monetary value of the order (Fixed Decimal)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 / 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earned from the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column: City and State merged as 'City, State'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Calculated column: Profit /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Conditional: Loss / Break-Even /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 / Sales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(Furniture, Technology,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sub-category (Bookcases, Machines, etc.)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units ordered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of Order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for which the sales target is defined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target amount for that month and 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Limiting &amp; Data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26187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List of Orders to first 500 rows. Set Order Date to Date type. Changed Amount to Fixed Decimal Number.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0058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Formatting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26187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CustomerName column to Proper Case using 'Capitalize Each Word' transformation.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78308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178308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17830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Creation — Location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03911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City and State columns into a new Location column in format: 'City, State' (e.g., Mumbai, Maharashtra).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78308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178308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3440" y="178308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17830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Creation — Profit Margin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03911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custom column: Profit Margin = Profit / Amount (expressed as a decimal percentage).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256032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56032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25603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Column — Profit 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281635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&lt; 0 → Loss   |   Profit = 0 → Break-Even   |   Profit &gt; 0 → Profit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6032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256032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29200" y="25603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Merging — Orders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281635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List of Orders with Order Details using Order ID (Left Outer Join). Expanded Quantity, Category, Sub-Category columns.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33756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333756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33375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" y="333756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Missing Data Handling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359359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Remove Duplicates on Orders Data. Nulls retained where Order IDs did not overlap between tables.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337560"/>
            <a:ext cx="411480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337560"/>
            <a:ext cx="320040" cy="685800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663440" y="3337560"/>
            <a:ext cx="320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029200" y="333756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Filtering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029200" y="359359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Orders Data by Order Date descending. Filtered to show only Tamil Nadu state records.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and Aggregating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aggregation tables were created by referencing base tables in Power Query Editor: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by Order 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from: Order Details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221992"/>
          <a:ext cx="1920240" cy="89001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of Order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2560320" y="141732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560320" y="1417320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60604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Profit by Category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060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from: Order Details</a:t>
            </a:r>
            <a:endParaRPr lang="en-US" sz="900" dirty="0"/>
          </a:p>
        </p:txBody>
      </p:sp>
      <p:graphicFrame>
        <p:nvGraphicFramePr>
          <p:cNvPr id="14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6040" y="2221992"/>
          <a:ext cx="1920240" cy="9875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846320" y="141732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846320" y="1417320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489204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by SubCategory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920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from: Order Details</a:t>
            </a:r>
            <a:endParaRPr lang="en-US" sz="9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221992"/>
          <a:ext cx="1920240" cy="98755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7132320" y="1417320"/>
            <a:ext cx="2057400" cy="3520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132320" y="1417320"/>
            <a:ext cx="2057400" cy="475488"/>
          </a:xfrm>
          <a:prstGeom prst="roundRect">
            <a:avLst>
              <a:gd name="adj" fmla="val 15385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7"/>
          <p:cNvSpPr/>
          <p:nvPr/>
        </p:nvSpPr>
        <p:spPr>
          <a:xfrm>
            <a:off x="7178040" y="1417320"/>
            <a:ext cx="1965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Target by Month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1780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Referenced from: Sales Target</a:t>
            </a:r>
            <a:endParaRPr lang="en-US" sz="900" dirty="0"/>
          </a:p>
        </p:txBody>
      </p:sp>
      <p:graphicFrame>
        <p:nvGraphicFramePr>
          <p:cNvPr id="2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2221992"/>
          <a:ext cx="1920240" cy="113690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of Order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and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of 600 order records in Order Details across 4 categories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Orders restricted to 500 rows with proper data 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Profit: Furniture ₹1258 | Office Supplies ₹1430 | Technology ₹1483 | Clothing ₹1449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orders placed in Maharashtra, Tamil Nadu, and Karnataka states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8988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B-26118 in List of Orders has null CustomerName — retained with justification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IDs in List of Orders (B-261xx) and Order Details (B-255xx) are different ranges — Left Outer Join results in null Quantity/Category/Sub-Category in Orders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&lt; 0 identified as Loss in Profit Status conditional column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removed from Orders Data using Remove Duplicates step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157A6E"/>
          </a:solidFill>
          <a:ln w="12700">
            <a:solidFill>
              <a:srgbClr val="157A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26440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category shows highest average profit (₹1483) — potential for increased stock investment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filter in Orders Data shows regional performance tracking capability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target data in Sales Target enables forecast vs actual comparison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Target by Month aggregation enables trend analysis across 96 monthly records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2880360"/>
            <a:ext cx="4114800" cy="347472"/>
          </a:xfrm>
          <a:prstGeom prst="roundRect">
            <a:avLst>
              <a:gd name="adj" fmla="val 21053"/>
            </a:avLst>
          </a:prstGeom>
          <a:solidFill>
            <a:srgbClr val="5C4E9E"/>
          </a:solidFill>
          <a:ln w="12700">
            <a:solidFill>
              <a:srgbClr val="5C4E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Analysis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264408"/>
            <a:ext cx="39319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increasing inventory for Technology and Clothing categories based on higher average profit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Order ID range mismatch between datasets for accurate cross-table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proper case formatting consistently across all customer-facing data columns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model relationships (Order ID &amp; Category) to build cross-table dashboards in Power BI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— Relationships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active relationships were established in Power BI Model View using Manage Relationships: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1 — Order ID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8138160" cy="518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of Orders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to One (*:1)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Shape 5"/>
          <p:cNvSpPr/>
          <p:nvPr/>
        </p:nvSpPr>
        <p:spPr>
          <a:xfrm>
            <a:off x="365760" y="24688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2496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2 — Category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34640"/>
          <a:ext cx="8138160" cy="5181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to One (*:1)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8A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365760" y="352044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EAF4FB"/>
          </a:solidFill>
          <a:ln w="1270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02920" y="356616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in Power Query Editor (Total: 8 tables):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" y="3913632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  •  Sales Target  •  List of Orders  •  Orders Data  •  Count by Order ID  •  Avg Profit by Category  •  Total Amount by SubCategory  •  Total Target by Month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imported 3 CSV datasets and applied all required Power Query transformations including data types, text formatting, and calculated columns.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89280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merged Orders Data table using Left Outer Join on Order ID, demonstrating the merge technique correctly even with non-overlapping ID ranges.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7FD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aggregation tables (Count by Order ID, Avg Profit by Category, Total Amount by SubCategory, Total Target by Month) using Group By operations.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sorting (Order Date descending) and filtering (Tamil Nadu) to the Orders Data table for regional analysis.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73075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2 active data model relationships: List of Orders → Order Details (Order ID) and Order Details → Sales Target (Category).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D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PowerBI_Assignment1.pbix and documented all steps for submission.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ffbf29-92e7-40a6-a1a7-76d2a1fe9820}" enabled="1" method="Privileged" siteId="{a99a1e61-d69c-4458-9bca-b9857e25877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1159</Words>
  <Application>Microsoft Office PowerPoint</Application>
  <PresentationFormat>On-screen Show (16:9)</PresentationFormat>
  <Paragraphs>194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PowerBI Assignment 1 - E-Commerce Sales Analysis</dc:title>
  <dc:subject>PptxGenJS Presentation</dc:subject>
  <dc:creator>PptxGenJS</dc:creator>
  <cp:lastModifiedBy>Nirmal Mani C</cp:lastModifiedBy>
  <cp:revision>3</cp:revision>
  <dcterms:created xsi:type="dcterms:W3CDTF">2026-06-17T20:01:08Z</dcterms:created>
  <dcterms:modified xsi:type="dcterms:W3CDTF">2026-06-17T20:09:38Z</dcterms:modified>
</cp:coreProperties>
</file>